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inner derivative.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Chain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d/dx f(g(x)) = f'(g(x)) * g'(x)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